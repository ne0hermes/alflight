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0F11EF-1639-AFE1-C7AF-08DE8A16E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37D8D4-1B51-D82C-AE1D-36279E6EB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2DD699-5F96-42B9-915C-5833E1B3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F9729D-12E7-A97E-F401-E802201B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F8C534-B483-9E62-2E80-78818E81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9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A06BCE-B9AF-AE49-609D-4EE086B6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939B6D-8647-75D9-1152-740BD584D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A60B37-8CB5-1069-5C0B-567FF11F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CA7B81-FCAC-327C-1534-847FCD7D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015519-D359-743E-AE10-13B3EFAA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05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01F2E6-505E-9ADB-3975-D223D44D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7BF8D2-7307-BA4F-FB2F-C29599B39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E4503B-788C-5C41-CC13-C26F78D9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38395B-C1FF-0057-569C-D9790440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BA763D-2680-A32D-F688-B6D8D0D0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77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007FE0-07A6-328A-E7F3-6D7F8B86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527DCA-7719-FF3C-ED71-649922CA6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76B3F69-12C6-E4C5-A47C-38A64354C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21B966-EF9C-954B-D2D2-97B463692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7D0BEC-4C31-805B-AC17-F333983CF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A868A4-B865-9455-A6BB-6AC0359B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32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45D14E-C837-C384-DE89-36D19EBD1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72C632-43C9-118F-15E8-1FEDE34F7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A26DED-88F6-10D6-5E94-E00BF6387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616557-1B82-ACED-EF80-9644D1204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3175CE9-DAD4-7595-A758-B9D43301A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37A85F-555A-58E4-C78F-3480890BF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83FE96F-BCCE-F5DA-0198-C092D23FB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F11D40C-686B-B5F8-0925-73440F17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84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FF84B1-175C-990C-72D7-1992997DE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84A44F1-3B34-AFDB-B3B6-86853AF1E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982AD76-DBED-40B4-B360-860D80AF9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B87F18-8260-C92D-9AEE-518E8A1D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672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41FEBDA-9E4E-0587-9FB1-723CE1594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2FA7870-99D1-6586-DCF7-596A0690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91C2A3-1E6D-489E-C205-89518CC19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899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8267FD-2EBA-7330-7618-389A6677F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D60EE3-56F3-E6E1-B1B8-BD4F81C3B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AA2689-866C-E5A7-7712-26B6608BB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A219F-A4C5-9A45-EAEB-EC2AC0C2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9F8009-85B7-AB4E-6EC9-A7A78261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478D08-82EC-641F-3093-9CB3D03F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70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A88D43-E3A1-B79B-5529-A7FEA545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6196217-7CA5-C4AF-CC03-D0ADFA589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3F3CF6C-335C-AC9D-086E-C7327D888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001EB8-9FF0-214E-3D91-D504392D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A649D6-8A9C-BCBF-41C3-E10F2637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817392-DE10-D830-E58B-65AAB8E87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7183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125D3-A1B0-07BB-BC1C-2E4987D9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0C4508D-B7CA-8D52-6240-9F129C862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6FC5D0-734A-A80C-5F9B-D6EB3060B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B86E1C-F67A-D535-2AF3-21403E0FA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232A35-DCD1-2712-5612-B81C1D7A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411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BC14BB5-539C-C2FE-891A-19AE67A8E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410C7A-E7F0-ACB8-23F5-6120BE3E9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192DBE-A2EF-7EE9-FE63-AE71B4D3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CB7176-1050-B301-6879-28058685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74406B-762E-261E-69E5-C41D7128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1485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29D0563-3EDD-20C0-BCF6-36BBAA31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9C8A12-9A39-0643-9FBC-85104CAF2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84C21D-870C-A296-48F3-5128FA0F1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A1C2D-77B2-4227-BA21-B350A6599BD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5DD4DD-1A87-AE9F-E61D-C5B8892D0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939CE3-FA58-E28A-8E2A-041C6F823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7C0F4-2396-42F1-BFD7-46CB1C7C5E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40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8461959-A470-63FD-F153-26FB95061790}"/>
              </a:ext>
            </a:extLst>
          </p:cNvPr>
          <p:cNvSpPr txBox="1"/>
          <p:nvPr/>
        </p:nvSpPr>
        <p:spPr>
          <a:xfrm>
            <a:off x="1270000" y="1905000"/>
            <a:ext cx="9652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7200" b="1">
                <a:solidFill>
                  <a:srgbClr val="FFFFFF"/>
                </a:solidFill>
              </a:rPr>
              <a:t>ALFlight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3480512-33D4-08F9-468E-28B8DF117A7C}"/>
              </a:ext>
            </a:extLst>
          </p:cNvPr>
          <p:cNvSpPr txBox="1"/>
          <p:nvPr/>
        </p:nvSpPr>
        <p:spPr>
          <a:xfrm>
            <a:off x="1270000" y="34290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2800">
                <a:solidFill>
                  <a:srgbClr val="FFFFFF"/>
                </a:solidFill>
              </a:rPr>
              <a:t>Votre assistant de prÃ©paration de vol VFR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DB23432-8AB0-C109-5D54-103B8A9BC20F}"/>
              </a:ext>
            </a:extLst>
          </p:cNvPr>
          <p:cNvSpPr txBox="1"/>
          <p:nvPr/>
        </p:nvSpPr>
        <p:spPr>
          <a:xfrm>
            <a:off x="1270000" y="5842000"/>
            <a:ext cx="965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600">
                <a:solidFill>
                  <a:srgbClr val="FFFFFF"/>
                </a:solidFill>
              </a:rPr>
              <a:t>Solution professionnelle pour pilotes privÃ©s â€¢ Version Beta</a:t>
            </a:r>
          </a:p>
        </p:txBody>
      </p:sp>
    </p:spTree>
    <p:extLst>
      <p:ext uri="{BB962C8B-B14F-4D97-AF65-F5344CB8AC3E}">
        <p14:creationId xmlns:p14="http://schemas.microsoft.com/office/powerpoint/2010/main" val="277376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56873BF-6015-EE47-6051-9146B276C0E6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600" b="1">
                <a:solidFill>
                  <a:srgbClr val="93163C"/>
                </a:solidFill>
              </a:rPr>
              <a:t>La PrÃ©paration de Vol : Un DÃ©fi Complexe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2B4F099-9A65-67C9-2479-719850D57B77}"/>
              </a:ext>
            </a:extLst>
          </p:cNvPr>
          <p:cNvSpPr txBox="1"/>
          <p:nvPr/>
        </p:nvSpPr>
        <p:spPr>
          <a:xfrm>
            <a:off x="1016000" y="1524000"/>
            <a:ext cx="10160000" cy="424731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6B7280"/>
                </a:solidFill>
              </a:rPr>
              <a:t>âŒ  Sources de donnÃ©es multiples et dispersÃ©es
    â€¢ SIA, MÃ©tÃ©o France, NOTAM, cartes VAC...
    â€¢ Pas de vue centralisÃ©e
âŒ  Calculs manuels fastidieux et sources d'erreurs
    â€¢ Navigation, carburant, masse et centrage
    â€¢ Performances dÃ©collage/atterrissage
âŒ  Risque d'oublis critiques
    â€¢ Checklists, terrains de dÃ©routement
    â€¢ VÃ©rifications rÃ©glementaires
âŒ  Temps de prÃ©paration important
    â€¢ 45-90 minutes par vol en moyenne
    â€¢ Perte de temps prÃ©cieux</a:t>
            </a:r>
          </a:p>
        </p:txBody>
      </p:sp>
    </p:spTree>
    <p:extLst>
      <p:ext uri="{BB962C8B-B14F-4D97-AF65-F5344CB8AC3E}">
        <p14:creationId xmlns:p14="http://schemas.microsoft.com/office/powerpoint/2010/main" val="3758321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08A57CA-03D5-619F-ED8C-D9C1BCFB33DF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600" b="1">
                <a:solidFill>
                  <a:srgbClr val="93163C"/>
                </a:solidFill>
              </a:rPr>
              <a:t>ALFlight : La Solution Tout-en-Un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2090E58-F9AD-F170-87DD-BE3963AE9D35}"/>
              </a:ext>
            </a:extLst>
          </p:cNvPr>
          <p:cNvSpPr txBox="1"/>
          <p:nvPr/>
        </p:nvSpPr>
        <p:spPr>
          <a:xfrm>
            <a:off x="1016000" y="1524000"/>
            <a:ext cx="10160000" cy="452431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6B7280"/>
                </a:solidFill>
              </a:rPr>
              <a:t>âœ…  Plateforme web progressive (PWA)
    â€¢ Accessible sur ordinateur, tablette et smartphone
    â€¢ Installation sur Ã©cran d'accueil iOS/Android
âœ…  DonnÃ©es officielles synchronisÃ©es
    â€¢ SIA, AIXM 4.5, OpenAIP, CheckWX
    â€¢ Mise Ã  jour automatique (cycle AIRAC)
âœ…  Calculs automatisÃ©s et prÃ©cis
    â€¢ Navigation, carburant, masse et centrage
    â€¢ Performances dÃ©collage/atterrissage avec abaques
âœ…  SÃ©curitÃ© renforcÃ©e
    â€¢ DÃ©tection zones dangereuses
    â€¢ Terrains de dÃ©routement intelligents
    â€¢ Checklists personnalisÃ©es</a:t>
            </a:r>
          </a:p>
        </p:txBody>
      </p:sp>
    </p:spTree>
    <p:extLst>
      <p:ext uri="{BB962C8B-B14F-4D97-AF65-F5344CB8AC3E}">
        <p14:creationId xmlns:p14="http://schemas.microsoft.com/office/powerpoint/2010/main" val="1498331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154EE88-FB7F-92AF-23CB-15589E1B09FE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200" b="1">
                <a:solidFill>
                  <a:srgbClr val="93163C"/>
                </a:solidFill>
              </a:rPr>
              <a:t>Modules Principaux : Navigation &amp; MÃ©tÃ©o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B89D6E-9A05-A5D9-F580-6852749211CF}"/>
              </a:ext>
            </a:extLst>
          </p:cNvPr>
          <p:cNvSpPr txBox="1"/>
          <p:nvPr/>
        </p:nvSpPr>
        <p:spPr>
          <a:xfrm>
            <a:off x="1016000" y="1397000"/>
            <a:ext cx="1016000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>
                <a:solidFill>
                  <a:srgbClr val="6B7280"/>
                </a:solidFill>
              </a:rPr>
              <a:t>ðŸ§­  MODULE NAVIGATION
â€¢ SÃ©lection aÃ©rodromes + points VFR (493 aÃ©rodromes FR)
â€¢ Calcul automatique routes, caps, temps de vol
â€¢ Navigation circulaire (retour au dÃ©part)
â€¢ Carte interactive temps rÃ©el avec waypoints
â€¢ Analyse vent en route (vent effectif, dÃ©rive)
â€¢ DÃ©tection automatique zones dangereuses (P, D, R)
ðŸŒ¤ï¸  MODULE MÃ‰TÃ‰O
â€¢ METAR/TAF temps rÃ©el (API CheckWX)
â€¢ DÃ©codage automatique (vent, visibilitÃ©, QNH, tempÃ©rature)
â€¢ MÃ©tÃ©o dÃ©part, arrivÃ©e, dÃ©routements
â€¢ Suggestion piste selon vent
â€¢ Historique et actualisation manuelle
â€¢ Alertes conditions mÃ©tÃ©o dÃ©gradÃ©es</a:t>
            </a:r>
          </a:p>
        </p:txBody>
      </p:sp>
    </p:spTree>
    <p:extLst>
      <p:ext uri="{BB962C8B-B14F-4D97-AF65-F5344CB8AC3E}">
        <p14:creationId xmlns:p14="http://schemas.microsoft.com/office/powerpoint/2010/main" val="2544307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6E24DAF-8CC8-A7A5-0B27-0D2003787B6E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200" b="1">
                <a:solidFill>
                  <a:srgbClr val="93163C"/>
                </a:solidFill>
              </a:rPr>
              <a:t>Modules Principaux : Carburant &amp; Performances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E3930E7-2500-866D-D1E3-165E90962927}"/>
              </a:ext>
            </a:extLst>
          </p:cNvPr>
          <p:cNvSpPr txBox="1"/>
          <p:nvPr/>
        </p:nvSpPr>
        <p:spPr>
          <a:xfrm>
            <a:off x="1016000" y="1397000"/>
            <a:ext cx="1016000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>
                <a:solidFill>
                  <a:srgbClr val="6B7280"/>
                </a:solidFill>
              </a:rPr>
              <a:t>â›½  MODULE CARBURANT
â€¢ Calcul automatique Trip Fuel (consommation en route)
â€¢ Contingency Fuel (5% du trip, min 1 gal)
â€¢ Final Reserve (30/45 min selon rÃ¨gles VFR/IFR)
â€¢ Alternate Fuel (carburant dÃ©routements)
â€¢ VÃ©rification FOB (Fuel On Board) suffisant
â€¢ Support multi-unitÃ©s (L, gal, kg, lbs)
âœˆï¸  MODULE PERFORMANCES
â€¢ Calcul performances dÃ©collage/atterrissage
â€¢ Abaques numÃ©riques personnalisÃ©s par avion
â€¢ Facteurs correctifs (altitude, tempÃ©rature, vent, pente)
â€¢ TempÃ©ratures depuis METAR (sÃ©curitÃ© critique)
â€¢ Distance nÃ©cessaire vs disponible
â€¢ Alertes pistes trop courtes</a:t>
            </a:r>
          </a:p>
        </p:txBody>
      </p:sp>
    </p:spTree>
    <p:extLst>
      <p:ext uri="{BB962C8B-B14F-4D97-AF65-F5344CB8AC3E}">
        <p14:creationId xmlns:p14="http://schemas.microsoft.com/office/powerpoint/2010/main" val="211522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CFC6411-605C-21F1-7687-CC5A30F503A1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200" b="1">
                <a:solidFill>
                  <a:srgbClr val="93163C"/>
                </a:solidFill>
              </a:rPr>
              <a:t>Modules Principaux : Avion &amp; SÃ©curitÃ©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B736819-17E5-44F2-80C5-1A22AB2C6808}"/>
              </a:ext>
            </a:extLst>
          </p:cNvPr>
          <p:cNvSpPr txBox="1"/>
          <p:nvPr/>
        </p:nvSpPr>
        <p:spPr>
          <a:xfrm>
            <a:off x="1016000" y="1397000"/>
            <a:ext cx="10160000" cy="477053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>
                <a:solidFill>
                  <a:srgbClr val="6B7280"/>
                </a:solidFill>
              </a:rPr>
              <a:t>âš–ï¸  MODULE MASSE &amp; CENTRAGE
â€¢ Calcul automatique poids total et CG
â€¢ ScÃ©narios : au dÃ©collage, Ã  l'atterrissage, zÃ©ro fuel
â€¢ Graphique enveloppe de centrage temps rÃ©el
â€¢ Alertes hors limites (avant/arriÃ¨re)
â€¢ Compartiments bagages configurables
ðŸ›©ï¸  MODULE AVION
â€¢ Gestion multi-avions (immatriculation, type)
â€¢ Import manuel des abaques (MANEX PDF)
â€¢ Extraction IA des performances (Ã  venir)
â€¢ Photos et documents techniques
â€¢ Limites de masse, consommation, vitesses
ðŸ”§  MODULE CARNET TECHNIQUE
â€¢ Suivi entretiens et maintenances
â€¢ Log technique MEL/CDL
â€¢ Ã‰quipements de survie SAR
â€¢ DÃ©tection zones dangereuses (P, D, R)</a:t>
            </a:r>
          </a:p>
        </p:txBody>
      </p:sp>
    </p:spTree>
    <p:extLst>
      <p:ext uri="{BB962C8B-B14F-4D97-AF65-F5344CB8AC3E}">
        <p14:creationId xmlns:p14="http://schemas.microsoft.com/office/powerpoint/2010/main" val="85462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BB1B289-C06E-1EB5-8B6F-8C391A7C68E7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200" b="1">
                <a:solidFill>
                  <a:srgbClr val="93163C"/>
                </a:solidFill>
              </a:rPr>
              <a:t>Modules ComplÃ©mentaires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DCE233B-CB4D-CD9F-31EA-E1E91D44C717}"/>
              </a:ext>
            </a:extLst>
          </p:cNvPr>
          <p:cNvSpPr txBox="1"/>
          <p:nvPr/>
        </p:nvSpPr>
        <p:spPr>
          <a:xfrm>
            <a:off x="1016000" y="1397000"/>
            <a:ext cx="10160000" cy="57554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>
                <a:solidFill>
                  <a:srgbClr val="6B7280"/>
                </a:solidFill>
              </a:rPr>
              <a:t>ðŸ“‹  MODULE CHECKLIST
â€¢ Checklists personnalisables par avion
â€¢ Phases : prÃ©-vol, dÃ©marrage, roulage, dÃ©collage, etc.
â€¢ Suivi progression avec items cochables
â€¢ Alertes items critiques oubliÃ©s
âœˆï¸  MODULE DÃ‰ROUTEMENTS
â€¢ SÃ©lection intelligente terrains de dÃ©gagement
â€¢ Calcul automatique distances, carburant, temps
â€¢ CritÃ¨res : longueur piste, services, proximitÃ©
â€¢ MÃ©tÃ©o temps rÃ©el pour alternates
â€¢ Carte interactive avec rayon d'action
ðŸ“–  MODULE CARNET DE VOL
â€¢ Enregistrement automatique des vols
â€¢ Suivi heures de vol pilote
â€¢ Statistiques : heures totales, types d'avions
â€¢ Export PDF pour DGAC
ðŸ“š  MODULE VAC &amp; RÃ‰FÃ‰RENCES
â€¢ Cartes VAC aÃ©rodromes franÃ§ais (SIA)
â€¢ RÃ©fÃ©rences rÃ©glementaires aÃ©ronautiques
â€¢ AccÃ¨s rapide documentation technique</a:t>
            </a:r>
          </a:p>
        </p:txBody>
      </p:sp>
    </p:spTree>
    <p:extLst>
      <p:ext uri="{BB962C8B-B14F-4D97-AF65-F5344CB8AC3E}">
        <p14:creationId xmlns:p14="http://schemas.microsoft.com/office/powerpoint/2010/main" val="288354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5A3314A-867E-4896-CFCA-743BB310A177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200" b="1">
                <a:solidFill>
                  <a:srgbClr val="93163C"/>
                </a:solidFill>
              </a:rPr>
              <a:t>Architecture Technique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37BA690-2B79-5098-83DA-5941AB418396}"/>
              </a:ext>
            </a:extLst>
          </p:cNvPr>
          <p:cNvSpPr txBox="1"/>
          <p:nvPr/>
        </p:nvSpPr>
        <p:spPr>
          <a:xfrm>
            <a:off x="1016000" y="1397000"/>
            <a:ext cx="10160000" cy="501675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>
                <a:solidFill>
                  <a:srgbClr val="6B7280"/>
                </a:solidFill>
              </a:rPr>
              <a:t>ðŸ”§  STACK TECHNIQUE
â€¢ Frontend : React 18 + Vite 7 + Material-UI 7
â€¢ State Management : Zustand 4.5 + Context API
â€¢ Backend : Supabase (PostgreSQL + Auth + Storage)
â€¢ Mobile : Capacitor 7.4 (iOS/Android)
â€¢ Cartes : Leaflet.js + OpenLayers
â€¢ Build : PWA installable (Service Worker)
ðŸ“Š  DONNÃ‰ES AÃ‰RONAUTIQUES
â€¢ AIXM 4.5 France (SIA - cycle AIRAC 2025-10-02)
â€¢ OpenAIP (aÃ©rodromes, espaces aÃ©riens)
â€¢ CheckWX API (METAR/TAF temps rÃ©el)
â€¢ Mise Ã  jour automatique tous les 28 jours
ðŸ”  SÃ‰CURITÃ‰ &amp; PERFORMANCE
â€¢ Authentification Supabase (JWT tokens)
â€¢ Stockage local IndexedDB (offline-first)
â€¢ Cache intelligent (Service Worker)
â€¢ Chiffrement donnÃ©es sensibles
â€¢ Backup automatique cloud</a:t>
            </a:r>
          </a:p>
        </p:txBody>
      </p:sp>
    </p:spTree>
    <p:extLst>
      <p:ext uri="{BB962C8B-B14F-4D97-AF65-F5344CB8AC3E}">
        <p14:creationId xmlns:p14="http://schemas.microsoft.com/office/powerpoint/2010/main" val="223822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3E47051-9CDA-43CB-4EA5-61E8967888DA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200" b="1">
                <a:solidFill>
                  <a:srgbClr val="93163C"/>
                </a:solidFill>
              </a:rPr>
              <a:t>ModÃ¨le Ã‰conomique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C010F8B-69EA-660E-2796-9F77E9240B65}"/>
              </a:ext>
            </a:extLst>
          </p:cNvPr>
          <p:cNvSpPr txBox="1"/>
          <p:nvPr/>
        </p:nvSpPr>
        <p:spPr>
          <a:xfrm>
            <a:off x="1016000" y="1397000"/>
            <a:ext cx="10160000" cy="60016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>
                <a:solidFill>
                  <a:srgbClr val="6B7280"/>
                </a:solidFill>
              </a:rPr>
              <a:t>ðŸ’Ž  APPLICATION PREMIUM PAYANTE
âœ…  Abonnement requis dÃ¨s le dÃ©but
    â€¢ Toutes les fonctionnalitÃ©s incluses
    â€¢ QualitÃ© professionnelle garantie
    â€¢ Support prioritaire
    â€¢ Mises Ã  jour continues
ðŸŽ¯  PUBLIC CIBLE
    â€¢ Pilotes privÃ©s VFR (France)
    â€¢ AÃ©ro-clubs et Ã©coles de pilotage
    â€¢ PropriÃ©taires d'avions
    â€¢ EstimÃ© : 40 000+ pilotes en France
ðŸ“ˆ  PROPOSITION DE VALEUR
    â€¢ Gain de temps : 45-90 min â†’ 15-20 min par vol
    â€¢ SÃ©curitÃ© accrue : vÃ©rifications automatiques
    â€¢ DonnÃ©es officielles toujours Ã  jour
    â€¢ Alternative moderne aux solutions obsolÃ¨tes
    â€¢ Accessible partout (PC, tablette, smartphone)
ðŸ’°  TARIFICATION (Ã  dÃ©finir selon phase Beta)
    â€¢ Abonnement mensuel ou annuel
    â€¢ Tarif prÃ©fÃ©rentiel testeurs Beta</a:t>
            </a:r>
          </a:p>
        </p:txBody>
      </p:sp>
    </p:spTree>
    <p:extLst>
      <p:ext uri="{BB962C8B-B14F-4D97-AF65-F5344CB8AC3E}">
        <p14:creationId xmlns:p14="http://schemas.microsoft.com/office/powerpoint/2010/main" val="1992185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0DA1057-31AD-F9E7-9DA2-BD52F6521FC3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200" b="1">
                <a:solidFill>
                  <a:srgbClr val="93163C"/>
                </a:solidFill>
              </a:rPr>
              <a:t>Roadmap &amp; Ã‰volutions Futures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6C9938F-EA10-72F8-0273-5B6DBA2D746F}"/>
              </a:ext>
            </a:extLst>
          </p:cNvPr>
          <p:cNvSpPr txBox="1"/>
          <p:nvPr/>
        </p:nvSpPr>
        <p:spPr>
          <a:xfrm>
            <a:off x="1016000" y="1397000"/>
            <a:ext cx="10160000" cy="62478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>
                <a:solidFill>
                  <a:srgbClr val="6B7280"/>
                </a:solidFill>
              </a:rPr>
              <a:t>ðŸš€  PHASE BETA (EN COURS)
âœ…  13 modules fonctionnels opÃ©rationnels
âœ…  Authentification et stockage cloud
âœ…  DonnÃ©es aÃ©ronautiques officielles FR
âœ…  Interface PWA responsive (PC/tablette/mobile)
ðŸ”„  Tests utilisateurs et corrections bugs
ðŸ”„  Optimisations performances et UX
ðŸ“…  PHASE 1 - Q2 2025
ðŸŽ¯  Extraction automatique abaques IA (MANEX PDF)
ðŸŽ¯  Cartes mÃ©tÃ©o aÃ©ronautiques (WINTEM/TEMSI)
ðŸŽ¯  Partage plans de vol communautÃ©
ðŸŽ¯  Export DGAC officiel (carnet de vol)
ðŸ“…  PHASE 2 - Q3-Q4 2025
ðŸŽ¯  Support IFR (SID, STAR, approches)
ðŸŽ¯  IntÃ©gration NOTAM temps rÃ©el
ðŸŽ¯  Planification multi-Ã©tapes avancÃ©e
ðŸŽ¯  Synchronisation multi-appareils
ðŸŽ¯  API publique pour tiers (clubs, Ã©coles)
ðŸŒ  PHASE 3 - 2026
ðŸŽ¯  Extension pays europÃ©ens (UK, DE, ES, IT)
ðŸŽ¯  CommunautÃ© pilotes (partage expÃ©riences, photos)
ðŸŽ¯  Mode offline complet (sans connexion)</a:t>
            </a:r>
          </a:p>
        </p:txBody>
      </p:sp>
    </p:spTree>
    <p:extLst>
      <p:ext uri="{BB962C8B-B14F-4D97-AF65-F5344CB8AC3E}">
        <p14:creationId xmlns:p14="http://schemas.microsoft.com/office/powerpoint/2010/main" val="1823991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E911EA5-9F56-F2B4-3872-7CBA9A2141EC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200" b="1">
                <a:solidFill>
                  <a:srgbClr val="93163C"/>
                </a:solidFill>
              </a:rPr>
              <a:t>Interface &amp; ExpÃ©rience Utilisateur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97BC895-F2AB-C4F0-B031-B3E5BA0FD08D}"/>
              </a:ext>
            </a:extLst>
          </p:cNvPr>
          <p:cNvSpPr txBox="1"/>
          <p:nvPr/>
        </p:nvSpPr>
        <p:spPr>
          <a:xfrm>
            <a:off x="1270000" y="1905000"/>
            <a:ext cx="9652000" cy="526297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>
                <a:solidFill>
                  <a:srgbClr val="6B7280"/>
                </a:solidFill>
              </a:rPr>
              <a:t>ðŸŽ¨  DESIGN MODERNE &amp; INTUITIF
â€¢ Interface Ã©purÃ©e, navigation simple
â€¢ Couleurs professionnelles (bordeaux #93163C)
â€¢ Dark mode disponible
â€¢ Responsive design (PC, tablette, mobile)
â€¢ Typographie : Space Grotesk + Inter
ðŸ“±  EXPÃ‰RIENCE UTILISATEUR
â€¢ Assistant de prÃ©paration de vol guidÃ© (7 Ã©tapes)
â€¢ Formulaires intelligents avec suggestions
â€¢ Feedback temps rÃ©el (calculs instantanÃ©s)
â€¢ Alertes visuelles et sonores (sÃ©curitÃ©)
â€¢ Mode hors-ligne partiel (donnÃ©es en cache)
ðŸ’¡  ACCESSIBILITÃ‰
â€¢ Contraste Ã©levÃ©, lisibilitÃ© optimale
â€¢ Navigation clavier complÃ¨te
â€¢ Tooltips et aides contextuelles
â€¢ Support multi-unitÃ©s (mÃ©trique/impÃ©rial)
[Espace rÃ©servÃ© pour captures d'Ã©cran ou vidÃ©o dÃ©mo]</a:t>
            </a:r>
          </a:p>
        </p:txBody>
      </p:sp>
    </p:spTree>
    <p:extLst>
      <p:ext uri="{BB962C8B-B14F-4D97-AF65-F5344CB8AC3E}">
        <p14:creationId xmlns:p14="http://schemas.microsoft.com/office/powerpoint/2010/main" val="55542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C67E152-2768-0A0E-C011-4071F4652C70}"/>
              </a:ext>
            </a:extLst>
          </p:cNvPr>
          <p:cNvSpPr txBox="1"/>
          <p:nvPr/>
        </p:nvSpPr>
        <p:spPr>
          <a:xfrm>
            <a:off x="1270000" y="1524000"/>
            <a:ext cx="9652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3600" b="1">
                <a:solidFill>
                  <a:srgbClr val="FFFFFF"/>
                </a:solidFill>
              </a:rPr>
              <a:t>PrÃªt Ã  RÃ©volutionner Votre PrÃ©paration de Vol 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0F6854B-24CA-BE21-270B-A9758F879031}"/>
              </a:ext>
            </a:extLst>
          </p:cNvPr>
          <p:cNvSpPr txBox="1"/>
          <p:nvPr/>
        </p:nvSpPr>
        <p:spPr>
          <a:xfrm>
            <a:off x="1905000" y="3048000"/>
            <a:ext cx="8382000" cy="28623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2000">
                <a:solidFill>
                  <a:srgbClr val="FFFFFF"/>
                </a:solidFill>
              </a:rPr>
              <a:t>âœˆï¸  ALFlight : La solution professionnelle pour pilotes VFR
ðŸ“§  Contact : contact@alflight.fr
ðŸŒ  Web : www.alflight.fr (Ã  venir)
ðŸŽ¯  Rejoignez la Beta et participez Ã  l'Ã©volution d'ALFlight !
Merci de votre attention.
Questions / Ã‰changes</a:t>
            </a:r>
          </a:p>
        </p:txBody>
      </p:sp>
    </p:spTree>
    <p:extLst>
      <p:ext uri="{BB962C8B-B14F-4D97-AF65-F5344CB8AC3E}">
        <p14:creationId xmlns:p14="http://schemas.microsoft.com/office/powerpoint/2010/main" val="24208503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2103</Words>
  <Application>Microsoft Office PowerPoint</Application>
  <PresentationFormat>Personnalisé</PresentationFormat>
  <Paragraphs>25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Katharina Grünberger</dc:creator>
  <cp:lastModifiedBy>Katharina Grünberger</cp:lastModifiedBy>
  <cp:revision>1</cp:revision>
  <dcterms:created xsi:type="dcterms:W3CDTF">2025-11-20T14:08:55Z</dcterms:created>
  <dcterms:modified xsi:type="dcterms:W3CDTF">2025-11-20T14:08:55Z</dcterms:modified>
</cp:coreProperties>
</file>